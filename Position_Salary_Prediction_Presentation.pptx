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99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48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59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92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810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36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17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49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5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7878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169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7856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43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11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2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56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 Salary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vs Polynomial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salary for Level 6.5 using regression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Position, Level, Salary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Underfits the salary trend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DEC61EE-D7BD-23E6-86BF-3C1A5D6F3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174" y="2676699"/>
            <a:ext cx="4836040" cy="388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Polynomial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Captures non-linear relationship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6E045B-F7FF-2242-C82C-E988D0DE7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79" y="2658359"/>
            <a:ext cx="4729675" cy="379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Polynomial Regression performs better</a:t>
            </a:r>
            <a:endParaRPr lang="en-IN" dirty="0"/>
          </a:p>
          <a:p>
            <a:endParaRPr lang="en-IN" dirty="0"/>
          </a:p>
          <a:p>
            <a:r>
              <a:rPr lang="pt-BR" dirty="0"/>
              <a:t>Linear R²: 0.669 </a:t>
            </a:r>
          </a:p>
          <a:p>
            <a:r>
              <a:rPr lang="pt-BR" dirty="0"/>
              <a:t>Linear RMSE: 163388.74 </a:t>
            </a:r>
          </a:p>
          <a:p>
            <a:r>
              <a:rPr lang="pt-BR" dirty="0"/>
              <a:t>Polynomial R²: 0.997 </a:t>
            </a:r>
          </a:p>
          <a:p>
            <a:r>
              <a:rPr lang="pt-BR" dirty="0"/>
              <a:t>Polynomial RMSE: 14503.23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fair salary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61</Words>
  <Application>Microsoft Office PowerPoint</Application>
  <PresentationFormat>On-screen Show (4:3)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Position Salary Prediction</vt:lpstr>
      <vt:lpstr>Objective</vt:lpstr>
      <vt:lpstr>Dataset</vt:lpstr>
      <vt:lpstr>Linear Regression</vt:lpstr>
      <vt:lpstr>Polynomial Regression</vt:lpstr>
      <vt:lpstr>Model Comparison</vt:lpstr>
      <vt:lpstr>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kirti borke</cp:lastModifiedBy>
  <cp:revision>3</cp:revision>
  <dcterms:created xsi:type="dcterms:W3CDTF">2013-01-27T09:14:16Z</dcterms:created>
  <dcterms:modified xsi:type="dcterms:W3CDTF">2026-01-20T08:42:06Z</dcterms:modified>
  <cp:category/>
</cp:coreProperties>
</file>